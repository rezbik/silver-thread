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98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0930D-819B-9A60-F3FF-32F35EFCD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B55F19-14D6-E863-47C6-A7705B8DD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F739FF-5994-9F28-9424-F9C7A088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827C-61CF-4907-974F-FB83232F7BE9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F23601-6044-281C-4D8B-A840BA175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D86F91-169C-FA87-5B11-8FD235B2B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A32-C8E2-4964-8ECA-9DB0837EF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86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F8241-13FD-1AB8-2C39-22588E95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471233-2CD4-1612-4C9B-46273BF7F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5882B2-2235-7ED2-0F32-74B9782B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827C-61CF-4907-974F-FB83232F7BE9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1DF60F-29FE-AAA7-948C-11387A2E2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E33B07-4B40-C97F-A1AA-CA622DED3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A32-C8E2-4964-8ECA-9DB0837EF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589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AB17FB-1307-9856-1C1E-3C82856B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F5F279-DD6C-3344-3ACD-AB47B5BD4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0E1582-8680-C03E-4FBE-B84E07B57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827C-61CF-4907-974F-FB83232F7BE9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A9FF6C-7C9E-0F40-3100-92360C6E8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9065F4-48FC-F194-5AB2-5F119C59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A32-C8E2-4964-8ECA-9DB0837EF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61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D747C3-9D73-552B-F6D7-05A6F0445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A26B1E-444E-EEC7-E4BF-D6E79DD041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943E43-4938-E656-525A-53DB961F9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BF7DFB-2054-BD30-748A-4F91B008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827C-61CF-4907-974F-FB83232F7BE9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8FA74A-8F4F-2F82-77AC-6CB72810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17AA3F-004F-116D-D28F-904CB8AAA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A32-C8E2-4964-8ECA-9DB0837EF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203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CA565-483C-49F4-58EF-F255563A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7BD0B7-9FA7-3AD2-E1C0-94CF88E2A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510523-49F9-B9EF-E7F7-111668C3A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EC62CF5-9482-A06B-325A-7F72AFB931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BC0499A-14FB-81B7-729F-161620448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14718C5-2A48-FF05-8337-FB8834A7E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827C-61CF-4907-974F-FB83232F7BE9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7679F8-D1D0-FAC0-5CCC-3FAC7718C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413325D-3D69-7995-EB10-B068B0C3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A32-C8E2-4964-8ECA-9DB0837EF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04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2ED9-B9E7-9C65-4F16-BE2A977E8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0ABDEF-9A15-65DA-67F2-4242F1931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827C-61CF-4907-974F-FB83232F7BE9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3232383-E111-7AFF-DDDB-5A8069856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37B7AF-8137-2E9E-5302-7A24DFDA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A32-C8E2-4964-8ECA-9DB0837EF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32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25036AA-CAB0-CB10-2AA5-E418D2AAE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827C-61CF-4907-974F-FB83232F7BE9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F9A1B04-B7AB-0370-A898-5B636E7C3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891D51-A49E-7921-41AD-2AB71B16D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A32-C8E2-4964-8ECA-9DB0837EF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24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DAF94-88A0-54B1-25EF-A54ED84E3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361475-B8B5-FC4A-103F-0559631C9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B27832-4FA2-477E-2765-8ED4D8FB3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E11307-B732-9182-F5FF-7B006754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827C-61CF-4907-974F-FB83232F7BE9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28961A-B33E-C1D2-C149-5697BD1C4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558322-5950-15DE-D882-71FFDA0A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A32-C8E2-4964-8ECA-9DB0837EF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046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71629-277D-D29C-6C92-DD79931A6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78A2B4-DCD8-4C31-2D02-46B76214C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737F17-C192-4D69-6A93-02982CD42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4FEECE-FA97-4C68-754F-6FB0FA8FF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827C-61CF-4907-974F-FB83232F7BE9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AE1811-03BB-5DEA-1CB6-4C959885B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70A6AA-AB8F-0C93-73FD-39B28627E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A32-C8E2-4964-8ECA-9DB0837EF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996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2D2C8-D9F8-C4EB-09BB-80148476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F94261-15C1-3FFA-4D80-0B37B7162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571ADF-434E-6D60-AF18-1819EAAB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827C-61CF-4907-974F-FB83232F7BE9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945DF6-465D-F0D4-CDC1-B349B614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FAFC25-F8B2-8AE5-790F-6C7B1C61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A32-C8E2-4964-8ECA-9DB0837EF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962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01B01C4-3B69-1A95-D592-9A372DEAA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46D520-EC61-CA21-1E70-0E4522670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3A24F5-C15C-844C-37C3-317CFE486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A827C-61CF-4907-974F-FB83232F7BE9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584C4B-F4DE-3C09-3FAF-589CC669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049DE0-A3E8-3D99-B7AC-F0C6C2800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A32-C8E2-4964-8ECA-9DB0837EF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64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D8FF10-C30B-50CD-55EC-3F7E97DD7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105E93-94D9-BC0C-1ED7-6A4D07D0C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96F0EB-A7CC-978A-9D4D-55F0CC9FA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3A827C-61CF-4907-974F-FB83232F7BE9}" type="datetimeFigureOut">
              <a:rPr lang="ru-RU" smtClean="0"/>
              <a:t>15.03.2026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E6EF1D-B8A3-2A93-C2F7-06289BA6E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0E01B8-3575-A4D1-D577-0742C83A1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AD4A32-C8E2-4964-8ECA-9DB0837EF0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21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BE71D4-DB62-6822-1A57-DE036365E1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F65FD2-22EC-E9C6-8460-679B1FD31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BDE807-AE93-DAD9-4CC7-47836E6A7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28864E-4232-D4C1-80EB-A95DB81B8987}"/>
              </a:ext>
            </a:extLst>
          </p:cNvPr>
          <p:cNvSpPr txBox="1"/>
          <p:nvPr/>
        </p:nvSpPr>
        <p:spPr>
          <a:xfrm>
            <a:off x="396240" y="91440"/>
            <a:ext cx="1843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Серебряная нить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695112-8649-11CF-CE5E-5D430734DA66}"/>
              </a:ext>
            </a:extLst>
          </p:cNvPr>
          <p:cNvSpPr txBox="1"/>
          <p:nvPr/>
        </p:nvSpPr>
        <p:spPr>
          <a:xfrm>
            <a:off x="203798" y="460772"/>
            <a:ext cx="2640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Приключения в Астрале.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39B098-6836-5843-D5A6-A89DB2CA8187}"/>
              </a:ext>
            </a:extLst>
          </p:cNvPr>
          <p:cNvSpPr txBox="1"/>
          <p:nvPr/>
        </p:nvSpPr>
        <p:spPr>
          <a:xfrm>
            <a:off x="100329" y="969575"/>
            <a:ext cx="218883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Борьба за право обладать собственной судьбой</a:t>
            </a:r>
            <a:r>
              <a:rPr lang="ru-RU" sz="900" dirty="0">
                <a:solidFill>
                  <a:srgbClr val="000000"/>
                </a:solidFill>
                <a:latin typeface="Times New Roman" panose="02020603050405020304" pitchFamily="18" charset="0"/>
              </a:rPr>
              <a:t>, одиночество, потеря контроля над своей жизнью.</a:t>
            </a:r>
            <a:endParaRPr lang="ru-RU" sz="900" b="0" dirty="0"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BE9FF1-F514-FD81-41B4-FBA2F3E8E32C}"/>
              </a:ext>
            </a:extLst>
          </p:cNvPr>
          <p:cNvSpPr txBox="1"/>
          <p:nvPr/>
        </p:nvSpPr>
        <p:spPr>
          <a:xfrm>
            <a:off x="2289160" y="982893"/>
            <a:ext cx="234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ru-RU" sz="9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Жанр: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RPG - dungeon crawler</a:t>
            </a:r>
            <a:endParaRPr lang="en-US" sz="900" b="0" dirty="0">
              <a:effectLst/>
            </a:endParaRPr>
          </a:p>
          <a:p>
            <a:pPr>
              <a:buNone/>
            </a:pPr>
            <a:r>
              <a:rPr lang="ru-RU" sz="9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Поджанры: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Survival Horror, 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Сюрреализм.</a:t>
            </a:r>
            <a:endParaRPr lang="ru-RU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CD15F4-1360-789F-A5AB-2DD3B6DB830E}"/>
              </a:ext>
            </a:extLst>
          </p:cNvPr>
          <p:cNvSpPr txBox="1"/>
          <p:nvPr/>
        </p:nvSpPr>
        <p:spPr>
          <a:xfrm>
            <a:off x="100329" y="1610030"/>
            <a:ext cx="31407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ru-RU" sz="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Хрупкость связи:</a:t>
            </a: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Постоянное визуальное и механическое напоминание о Нити. Если она тускнеет — мир становится опаснее.</a:t>
            </a:r>
            <a:endParaRPr lang="ru-RU" sz="800" b="0" dirty="0">
              <a:effectLst/>
            </a:endParaRPr>
          </a:p>
          <a:p>
            <a:pPr rtl="0">
              <a:buNone/>
            </a:pPr>
            <a:r>
              <a:rPr lang="ru-RU" sz="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Цена выбора:</a:t>
            </a: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Каждое действие стоит ресурса. Нельзя быть «добрым ко всем» без риска для жизни.</a:t>
            </a:r>
            <a:endParaRPr lang="ru-RU" sz="800" b="0" dirty="0">
              <a:effectLst/>
            </a:endParaRPr>
          </a:p>
          <a:p>
            <a:pPr>
              <a:buNone/>
            </a:pPr>
            <a:br>
              <a:rPr lang="ru-RU" sz="800" dirty="0"/>
            </a:br>
            <a:endParaRPr lang="ru-RU" sz="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61A8F7-1D3E-8C38-068D-F6D79560460F}"/>
              </a:ext>
            </a:extLst>
          </p:cNvPr>
          <p:cNvSpPr txBox="1"/>
          <p:nvPr/>
        </p:nvSpPr>
        <p:spPr>
          <a:xfrm>
            <a:off x="3180080" y="1520481"/>
            <a:ext cx="1584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ru-RU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«Ты слышишь, как бьется твое сердце... там, далеко»</a:t>
            </a: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ru-RU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«Нить натянулась до звона»</a:t>
            </a: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ru-RU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«Тишина здесь не означает отсутствие врагов»</a:t>
            </a:r>
            <a:r>
              <a:rPr lang="ru-RU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ru-RU" sz="800" b="0" dirty="0">
              <a:effectLst/>
            </a:endParaRPr>
          </a:p>
          <a:p>
            <a:pPr>
              <a:buNone/>
            </a:pPr>
            <a:br>
              <a:rPr lang="ru-RU" sz="800" dirty="0"/>
            </a:br>
            <a:endParaRPr lang="ru-RU" sz="8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3063FDE-0DEE-A8AB-921E-DFBC00F26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1" y="2294388"/>
            <a:ext cx="3855720" cy="87600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7F1BBFB-4C19-1E0D-1767-918608334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87" y="3434192"/>
            <a:ext cx="4356324" cy="488053"/>
          </a:xfrm>
          <a:prstGeom prst="rect">
            <a:avLst/>
          </a:prstGeom>
        </p:spPr>
      </p:pic>
      <p:sp>
        <p:nvSpPr>
          <p:cNvPr id="22" name="Rectangle 1">
            <a:extLst>
              <a:ext uri="{FF2B5EF4-FFF2-40B4-BE49-F238E27FC236}">
                <a16:creationId xmlns:a16="http://schemas.microsoft.com/office/drawing/2014/main" id="{25C29D1A-863C-7EBC-4988-42DC06E6B40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8938" y="4110334"/>
            <a:ext cx="4558703" cy="213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Герой засыпает. Игрок просыпается </a:t>
            </a:r>
            <a:r>
              <a:rPr lang="ru-RU" alt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но не в теле, а «над» ним</a:t>
            </a:r>
            <a:r>
              <a:rPr lang="ru-RU" alt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Герой видит себя, спящего. Нить тянется в темноту угла комнаты. В этом углу сидит </a:t>
            </a:r>
            <a:r>
              <a:rPr kumimoji="0" lang="ru-RU" altLang="ru-RU" sz="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сгусток тьмы, который копирует позу спящего героя. Герой понимает, что застрял в проекции своей квартиры. Герой находит первое «Якорь-воспоминание» — старый дневник. В нем записи о том, как герой в детстве боялся темноты. </a:t>
            </a:r>
            <a:r>
              <a:rPr kumimoji="0" lang="ru-RU" altLang="ru-RU" sz="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начинает «учить» привычки героя: он имитирует смех, голос. Игрок сталкивается с первой Тенью, которая выглядит как «худшая версия» самого себя. Герой выходит за порог дома и оказывается в сюрреалистичном городе. Город — это склад ненужных воспоминаний всех, кто когда-то здесь был. Герой встречает Эхо — девочку, которая ищет выход. </a:t>
            </a:r>
            <a:r>
              <a:rPr kumimoji="0" lang="ru-RU" altLang="ru-RU" sz="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начинает «шептать» игроку через текст «Зачем тебе это фото? Выброси его. Оно тянет тебя на дно». Герой узнает, что </a:t>
            </a:r>
            <a:r>
              <a:rPr kumimoji="0" lang="ru-RU" altLang="ru-RU" sz="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не просто сущность, а «отходы» его собственного подсознания, накопленные за годы подавления эмоций. Герой находит путь к «Вратам» — огромному зеркалу в центре Лабиринта, которое соединяет Астрал и реальность. У тела героя уже стоят люди, но они не замечают, что в теле теперь живет </a:t>
            </a:r>
            <a:r>
              <a:rPr kumimoji="0" lang="ru-RU" altLang="ru-RU" sz="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Он ведет себя «слишком правильно», пугающе идеально. Финальное столкновение: Герой сражается с </a:t>
            </a:r>
            <a:r>
              <a:rPr kumimoji="0" lang="ru-RU" altLang="ru-RU" sz="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ментальном пространстве. Это не битва мечей, а битва Правды против Лжи. </a:t>
            </a:r>
            <a:r>
              <a:rPr kumimoji="0" lang="ru-RU" altLang="ru-RU" sz="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«Я идеальная версия тебя. У меня нет твоих страхов, нет твоих грехов. Зачем ты хочешь вернуться в это грязное, слабое тело?» Выбор пути: Замещение: Герой признает свою слабость. </a:t>
            </a:r>
            <a:r>
              <a:rPr kumimoji="0" lang="ru-RU" altLang="ru-RU" sz="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исчезает, сливаясь с ним. Герой просыпается — он другой, более холодный, но живой. Отрицание: Герой сжигает свою Осознанность, чтобы уничтожить копию, даже если это стоит ему разума. Он просыпается «чистым листом» (потеря памяти). Слияние</a:t>
            </a:r>
            <a:r>
              <a:rPr kumimoji="0" lang="en-US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Если собраны все записки, герой понимает, как управлять </a:t>
            </a:r>
            <a:r>
              <a:rPr kumimoji="0" lang="ru-RU" altLang="ru-RU" sz="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kumimoji="0" lang="ru-RU" altLang="ru-RU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Он возвращается в тело, но оставляет «дверь» открытой. Он становится «осознанным сновидцем», способным гулять между мирами.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419876-C8B9-738C-BFE9-066EE6A18543}"/>
              </a:ext>
            </a:extLst>
          </p:cNvPr>
          <p:cNvSpPr txBox="1"/>
          <p:nvPr/>
        </p:nvSpPr>
        <p:spPr>
          <a:xfrm>
            <a:off x="100002" y="634248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14-30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6AB908-5260-F740-F1F7-14A5E5E425E2}"/>
              </a:ext>
            </a:extLst>
          </p:cNvPr>
          <p:cNvSpPr txBox="1"/>
          <p:nvPr/>
        </p:nvSpPr>
        <p:spPr>
          <a:xfrm>
            <a:off x="2736851" y="6373738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F99E26-4D00-A3C5-C529-7118C9DC0FDF}"/>
              </a:ext>
            </a:extLst>
          </p:cNvPr>
          <p:cNvSpPr txBox="1"/>
          <p:nvPr/>
        </p:nvSpPr>
        <p:spPr>
          <a:xfrm>
            <a:off x="5120554" y="91440"/>
            <a:ext cx="697723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Игрок стремится не просто «выжить», а </a:t>
            </a:r>
            <a:r>
              <a:rPr lang="ru-RU" sz="9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сохранить целостность Серебряной нити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В первые минуты игры это проявляется как инстинктивное желание вернуться в комнату, где лежит его тело.</a:t>
            </a:r>
            <a:r>
              <a:rPr lang="en-US" sz="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ru-RU" sz="9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Страх потери «Я». </a:t>
            </a:r>
            <a:br>
              <a:rPr lang="ru-RU" sz="900" dirty="0"/>
            </a:br>
            <a:endParaRPr lang="ru-RU" sz="9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FF7CAC-8823-908E-190D-8829B930A52F}"/>
              </a:ext>
            </a:extLst>
          </p:cNvPr>
          <p:cNvSpPr txBox="1"/>
          <p:nvPr/>
        </p:nvSpPr>
        <p:spPr>
          <a:xfrm>
            <a:off x="4664711" y="506045"/>
            <a:ext cx="809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ru-RU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Исследование:</a:t>
            </a:r>
            <a:r>
              <a:rPr lang="ru-R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Поиск «Якорей реальности» — предметов из реального мира, которые укрепляют Нить (старое фото, ключи, запах знакомых духов).</a:t>
            </a:r>
          </a:p>
          <a:p>
            <a:r>
              <a:rPr lang="ru-RU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Ментальный менеджмент:</a:t>
            </a:r>
            <a:r>
              <a:rPr lang="ru-R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Удержание баланса между </a:t>
            </a:r>
            <a:r>
              <a:rPr lang="ru-RU" sz="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Волей</a:t>
            </a:r>
            <a:r>
              <a:rPr lang="ru-R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Осознанностью</a:t>
            </a:r>
            <a:r>
              <a:rPr lang="ru-R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Игрок обязан «всматриваться» в тьму астрала, не теряя рассудка.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CF7564-8F6A-503D-693A-0C18D681C63A}"/>
              </a:ext>
            </a:extLst>
          </p:cNvPr>
          <p:cNvSpPr txBox="1"/>
          <p:nvPr/>
        </p:nvSpPr>
        <p:spPr>
          <a:xfrm>
            <a:off x="5018556" y="956673"/>
            <a:ext cx="33939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Ритуал воспоминания:</a:t>
            </a:r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Специальные текстовые команды (например, «Закрыть глаза и вспомнить имя»), которые временно укрепляют Нить.</a:t>
            </a:r>
            <a:endParaRPr lang="ru-RU" sz="7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Боевое изгнание:</a:t>
            </a:r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Использование вспышек Осознанности для отпугивания мелких Теней.</a:t>
            </a:r>
            <a:endParaRPr lang="ru-RU" sz="7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Диалоговое манипулирование:</a:t>
            </a:r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Выманивание информации у Архивариуса или Безумца без потери собственной энергии.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033132-D79F-9F92-81B5-04658651739C}"/>
              </a:ext>
            </a:extLst>
          </p:cNvPr>
          <p:cNvSpPr txBox="1"/>
          <p:nvPr/>
        </p:nvSpPr>
        <p:spPr>
          <a:xfrm>
            <a:off x="5050307" y="1648542"/>
            <a:ext cx="33939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Записки Сновидцев:</a:t>
            </a:r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Дают «карту уязвимостей» монстров, позволяя побеждать их с минимальными затратами Воли.</a:t>
            </a:r>
            <a:endParaRPr lang="ru-RU" sz="7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Астральные артефакты:</a:t>
            </a:r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Например, </a:t>
            </a:r>
            <a:r>
              <a:rPr lang="ru-RU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«Осколок зеркала»</a:t>
            </a:r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пассивно подсвечивает истинные пути в лабиринтах.</a:t>
            </a:r>
            <a:endParaRPr lang="ru-RU" sz="7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Эхо (как ресурс):</a:t>
            </a:r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Если игрок защитил девочку, она пассивно снижает уровень тревоги (расход Воли в локации уменьшается на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4563E1-5D62-BEC4-AEF4-EAEDEB20E476}"/>
              </a:ext>
            </a:extLst>
          </p:cNvPr>
          <p:cNvSpPr txBox="1"/>
          <p:nvPr/>
        </p:nvSpPr>
        <p:spPr>
          <a:xfrm>
            <a:off x="8710577" y="936813"/>
            <a:ext cx="34480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lang="ru-RU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(Антагонист):</a:t>
            </a:r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Главный блокатор. Он активно «перерезает» связь, нашептывая герою ложные воспоминания, чтобы тот забыл, кто он такой, и нить окончательно истлела.</a:t>
            </a:r>
            <a:endParaRPr lang="ru-RU" sz="7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Паразиты-ловчие:</a:t>
            </a:r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Прямая атака на ресурс. Они не убивают героя, они «укорачивают» Нить, </a:t>
            </a:r>
            <a:r>
              <a:rPr lang="ru-RU"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т.е</a:t>
            </a:r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Волю и Осознание.</a:t>
            </a:r>
            <a:endParaRPr lang="ru-RU" sz="7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Тени-отголоски:</a:t>
            </a:r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Блокируют проходы, требуя либо боя либо решения загадки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5882A6-70BD-E294-72CA-3A4E1F1AB697}"/>
              </a:ext>
            </a:extLst>
          </p:cNvPr>
          <p:cNvSpPr txBox="1"/>
          <p:nvPr/>
        </p:nvSpPr>
        <p:spPr>
          <a:xfrm>
            <a:off x="8273542" y="1576928"/>
            <a:ext cx="3950208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rtl="0">
              <a:buNone/>
            </a:pPr>
            <a:r>
              <a:rPr lang="ru-RU" sz="7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Астральный туман:</a:t>
            </a: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Слой игры, где текст становится нечитаемым (заменяется на символы), пока игрок не поднимет Осознанность.</a:t>
            </a:r>
            <a:endParaRPr lang="ru-RU" sz="700" b="0" dirty="0">
              <a:effectLst/>
            </a:endParaRPr>
          </a:p>
          <a:p>
            <a:pPr marL="457200" rtl="0">
              <a:buNone/>
            </a:pPr>
            <a:r>
              <a:rPr lang="ru-RU" sz="7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Запертые Воспоминания:</a:t>
            </a: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Двери, которые требуют не ключей, а определенных «состояний» (например, дверь откроется, только если Воля игрока ниже 30% — проверка на отчаяние).</a:t>
            </a:r>
            <a:endParaRPr lang="ru-RU" sz="700" b="0" dirty="0">
              <a:effectLst/>
            </a:endParaRPr>
          </a:p>
          <a:p>
            <a:pPr marL="457200" rtl="0">
              <a:buNone/>
            </a:pPr>
            <a:r>
              <a:rPr lang="ru-RU" sz="7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Искажение времени:</a:t>
            </a: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Чем дольше игрок раздумывает в одной локации, тем сильнее </a:t>
            </a:r>
            <a:r>
              <a:rPr lang="ru-RU" sz="7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Мимикри</a:t>
            </a:r>
            <a:r>
              <a:rPr lang="ru-RU" sz="7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синхронизируется с телом(красный текст, голоса в голове).</a:t>
            </a:r>
            <a:endParaRPr lang="ru-RU" sz="700" b="0" dirty="0">
              <a:effectLst/>
            </a:endParaRPr>
          </a:p>
          <a:p>
            <a:pPr>
              <a:buNone/>
            </a:pPr>
            <a:br>
              <a:rPr lang="ru-RU" sz="700" dirty="0"/>
            </a:br>
            <a:endParaRPr lang="ru-RU" sz="7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500207-93C8-33F7-CBE8-09C5323E2699}"/>
              </a:ext>
            </a:extLst>
          </p:cNvPr>
          <p:cNvSpPr txBox="1"/>
          <p:nvPr/>
        </p:nvSpPr>
        <p:spPr>
          <a:xfrm>
            <a:off x="4664711" y="2493922"/>
            <a:ext cx="435632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ru-RU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 в локацию:</a:t>
            </a:r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Игрок получает описание (Текст + проверка уровня Осознанности).</a:t>
            </a:r>
          </a:p>
          <a:p>
            <a:pPr fontAlgn="base"/>
            <a:r>
              <a:rPr lang="ru-RU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угроз:</a:t>
            </a:r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Игрок решает, стоит ли тратить ресурсы на исследование комнаты или быстрее пройти дальше.</a:t>
            </a:r>
          </a:p>
          <a:p>
            <a:pPr fontAlgn="base"/>
            <a:r>
              <a:rPr lang="ru-RU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Действие / Столкновение:</a:t>
            </a: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ru-RU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Мирное:</a:t>
            </a:r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Поиск записок, разговор с NPC, использование способностей (напр., «Заземление»).</a:t>
            </a:r>
          </a:p>
          <a:p>
            <a:pPr lvl="1" fontAlgn="base"/>
            <a:r>
              <a:rPr lang="ru-RU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Боевое:</a:t>
            </a:r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Схватка с Тенями или уклонение от атак </a:t>
            </a:r>
            <a:r>
              <a:rPr lang="ru-RU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r>
              <a:rPr lang="ru-RU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Последствия:</a:t>
            </a:r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Изменение шкал Воли и Осознанности.</a:t>
            </a:r>
          </a:p>
          <a:p>
            <a:pPr fontAlgn="base"/>
            <a:r>
              <a:rPr lang="ru-RU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Натяжение Нити:</a:t>
            </a:r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Проверка прогресса синхронизации </a:t>
            </a:r>
            <a:r>
              <a:rPr lang="ru-RU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телом. Если игрок слишком долго медлил, Нить становится тусклее.</a:t>
            </a:r>
          </a:p>
          <a:p>
            <a:pPr fontAlgn="base"/>
            <a:r>
              <a:rPr lang="ru-RU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Переход:</a:t>
            </a:r>
            <a:r>
              <a:rPr lang="ru-RU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Переход к следующему узлу локации.</a:t>
            </a:r>
          </a:p>
          <a:p>
            <a:br>
              <a:rPr lang="ru-RU" sz="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B0819E-C22D-2558-CE25-D043F70DF823}"/>
              </a:ext>
            </a:extLst>
          </p:cNvPr>
          <p:cNvSpPr txBox="1"/>
          <p:nvPr/>
        </p:nvSpPr>
        <p:spPr>
          <a:xfrm>
            <a:off x="9162196" y="2501141"/>
            <a:ext cx="2888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ru-RU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Слияние:</a:t>
            </a:r>
            <a:r>
              <a:rPr lang="ru-R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Герой возвращается в тело, но может после возвращаться в астрал. (Условие: Воля &gt; 50%, собраны все ключевые воспоминания).</a:t>
            </a:r>
          </a:p>
          <a:p>
            <a:pPr fontAlgn="base"/>
            <a:r>
              <a:rPr lang="ru-RU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Отрицание «Ценой потерь»:</a:t>
            </a:r>
            <a:r>
              <a:rPr lang="ru-R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Герой возвращается, но теряет часть памяти или чувств. (Условие: Воля &lt; 20% на момент финала). </a:t>
            </a:r>
            <a:r>
              <a:rPr lang="ru-RU" sz="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lang="ru-R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побежден, но оставил «шрам» на душе.</a:t>
            </a:r>
          </a:p>
          <a:p>
            <a:endParaRPr lang="ru-RU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0B2C06-C6F6-9C34-892E-8E2D1CD7D280}"/>
              </a:ext>
            </a:extLst>
          </p:cNvPr>
          <p:cNvSpPr txBox="1"/>
          <p:nvPr/>
        </p:nvSpPr>
        <p:spPr>
          <a:xfrm>
            <a:off x="9177783" y="3186539"/>
            <a:ext cx="3045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ru-RU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Разрыв (Смерть духа):</a:t>
            </a:r>
            <a:r>
              <a:rPr lang="ru-R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Воля опускается до 0. Серебряная нить лопается. Тело в реальности умирает (остановка сердца), а дух героя становится безликой Тенью.</a:t>
            </a:r>
          </a:p>
          <a:p>
            <a:pPr fontAlgn="base"/>
            <a:r>
              <a:rPr lang="ru-RU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Замещение :</a:t>
            </a:r>
            <a:r>
              <a:rPr lang="ru-R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Если игрок совершил слишком много лишних переходов или часто использовал «Заземление», </a:t>
            </a:r>
            <a:r>
              <a:rPr lang="ru-RU" sz="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lang="ru-R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завершает синхронизацию.</a:t>
            </a:r>
          </a:p>
          <a:p>
            <a:pPr fontAlgn="base"/>
            <a:r>
              <a:rPr lang="ru-RU" sz="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Финал:</a:t>
            </a:r>
            <a:r>
              <a:rPr lang="ru-R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Герой подходит к своему телу, но оно открывает глаза и произносит: «Слишком поздно. Мне здесь нравится больше». Игрок навсегда остается по ту сторону зеркала.</a:t>
            </a:r>
          </a:p>
          <a:p>
            <a:endParaRPr lang="ru-RU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268391-B6D5-E8F9-1EA9-1F4F622753CE}"/>
              </a:ext>
            </a:extLst>
          </p:cNvPr>
          <p:cNvSpPr txBox="1"/>
          <p:nvPr/>
        </p:nvSpPr>
        <p:spPr>
          <a:xfrm>
            <a:off x="4834389" y="4150078"/>
            <a:ext cx="7259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ru-RU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Паразитическая природа выбора:</a:t>
            </a: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Мимикри</a:t>
            </a: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подкидывает игроку ложные варианты действий в интерфейсе, маскируя их под выгодные.</a:t>
            </a:r>
          </a:p>
          <a:p>
            <a:r>
              <a:rPr lang="ru-RU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Цена воспоминаний:</a:t>
            </a:r>
            <a:r>
              <a:rPr lang="ru-RU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Ограниченный инвентарь. Чтобы «вспомнить» (взять) новый полезный предмет, нужно «забыть» что-то другое.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8CF14A-D1C8-6C3B-7CCF-F33C1D150E9A}"/>
              </a:ext>
            </a:extLst>
          </p:cNvPr>
          <p:cNvSpPr txBox="1"/>
          <p:nvPr/>
        </p:nvSpPr>
        <p:spPr>
          <a:xfrm>
            <a:off x="4834389" y="6344211"/>
            <a:ext cx="25254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Гришкова Юлия и Шакиров Эльдар</a:t>
            </a:r>
            <a:endParaRPr lang="ru-RU" sz="12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9E26A1-D734-331B-99C8-A44D0F6F4339}"/>
              </a:ext>
            </a:extLst>
          </p:cNvPr>
          <p:cNvSpPr txBox="1"/>
          <p:nvPr/>
        </p:nvSpPr>
        <p:spPr>
          <a:xfrm>
            <a:off x="7512866" y="6382633"/>
            <a:ext cx="4645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Создание атмосферного проекта, получение практических навыков</a:t>
            </a:r>
          </a:p>
        </p:txBody>
      </p:sp>
    </p:spTree>
    <p:extLst>
      <p:ext uri="{BB962C8B-B14F-4D97-AF65-F5344CB8AC3E}">
        <p14:creationId xmlns:p14="http://schemas.microsoft.com/office/powerpoint/2010/main" val="19865124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1126</Words>
  <Application>Microsoft Office PowerPoint</Application>
  <PresentationFormat>Широкоэкранный</PresentationFormat>
  <Paragraphs>48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Гришкова Юлия Андреевна</dc:creator>
  <cp:lastModifiedBy>Гришкова Юлия Андреевна</cp:lastModifiedBy>
  <cp:revision>1</cp:revision>
  <dcterms:created xsi:type="dcterms:W3CDTF">2026-03-15T19:42:16Z</dcterms:created>
  <dcterms:modified xsi:type="dcterms:W3CDTF">2026-03-15T21:02:56Z</dcterms:modified>
</cp:coreProperties>
</file>